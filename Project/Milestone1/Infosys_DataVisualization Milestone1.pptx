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6" r:id="rId5"/>
    <p:sldId id="258" r:id="rId6"/>
    <p:sldId id="259" r:id="rId7"/>
    <p:sldId id="261" r:id="rId8"/>
    <p:sldId id="265" r:id="rId9"/>
  </p:sldIdLst>
  <p:sldSz cx="18288000" cy="10287000"/>
  <p:notesSz cx="6858000" cy="9144000"/>
  <p:embeddedFontLst>
    <p:embeddedFont>
      <p:font typeface="Mokoto" panose="020B0604020202020204" charset="0"/>
      <p:regular r:id="rId10"/>
    </p:embeddedFont>
    <p:embeddedFont>
      <p:font typeface="Mokoto Glitch 1" panose="020B0604020202020204" charset="0"/>
      <p:regular r:id="rId11"/>
    </p:embeddedFont>
    <p:embeddedFont>
      <p:font typeface="Poppins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C8141-5182-4023-B883-9287937E5B88}" v="1" dt="2026-07-15T10:41:21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i gundlakunta" userId="e8c9167157d2d174" providerId="LiveId" clId="{83E20094-C574-4288-80FC-5EF60891A847}"/>
    <pc:docChg chg="undo custSel delSld modSld">
      <pc:chgData name="madhuri gundlakunta" userId="e8c9167157d2d174" providerId="LiveId" clId="{83E20094-C574-4288-80FC-5EF60891A847}" dt="2026-07-15T13:22:43.214" v="246" actId="1036"/>
      <pc:docMkLst>
        <pc:docMk/>
      </pc:docMkLst>
      <pc:sldChg chg="delSp modSp mod">
        <pc:chgData name="madhuri gundlakunta" userId="e8c9167157d2d174" providerId="LiveId" clId="{83E20094-C574-4288-80FC-5EF60891A847}" dt="2026-07-15T11:04:51.032" v="245" actId="478"/>
        <pc:sldMkLst>
          <pc:docMk/>
          <pc:sldMk cId="0" sldId="256"/>
        </pc:sldMkLst>
        <pc:spChg chg="del mod">
          <ac:chgData name="madhuri gundlakunta" userId="e8c9167157d2d174" providerId="LiveId" clId="{83E20094-C574-4288-80FC-5EF60891A847}" dt="2026-07-15T11:04:49.598" v="244" actId="478"/>
          <ac:spMkLst>
            <pc:docMk/>
            <pc:sldMk cId="0" sldId="256"/>
            <ac:spMk id="10" creationId="{00000000-0000-0000-0000-000000000000}"/>
          </ac:spMkLst>
        </pc:spChg>
        <pc:grpChg chg="del">
          <ac:chgData name="madhuri gundlakunta" userId="e8c9167157d2d174" providerId="LiveId" clId="{83E20094-C574-4288-80FC-5EF60891A847}" dt="2026-07-15T11:04:51.032" v="245" actId="478"/>
          <ac:grpSpMkLst>
            <pc:docMk/>
            <pc:sldMk cId="0" sldId="256"/>
            <ac:grpSpMk id="3" creationId="{00000000-0000-0000-0000-000000000000}"/>
          </ac:grpSpMkLst>
        </pc:grpChg>
      </pc:sldChg>
      <pc:sldChg chg="delSp modSp mod">
        <pc:chgData name="madhuri gundlakunta" userId="e8c9167157d2d174" providerId="LiveId" clId="{83E20094-C574-4288-80FC-5EF60891A847}" dt="2026-07-15T11:04:41.385" v="242" actId="478"/>
        <pc:sldMkLst>
          <pc:docMk/>
          <pc:sldMk cId="0" sldId="257"/>
        </pc:sldMkLst>
        <pc:spChg chg="del mod">
          <ac:chgData name="madhuri gundlakunta" userId="e8c9167157d2d174" providerId="LiveId" clId="{83E20094-C574-4288-80FC-5EF60891A847}" dt="2026-07-15T11:04:41.385" v="242" actId="478"/>
          <ac:spMkLst>
            <pc:docMk/>
            <pc:sldMk cId="0" sldId="257"/>
            <ac:spMk id="7" creationId="{00000000-0000-0000-0000-000000000000}"/>
          </ac:spMkLst>
        </pc:spChg>
        <pc:grpChg chg="del">
          <ac:chgData name="madhuri gundlakunta" userId="e8c9167157d2d174" providerId="LiveId" clId="{83E20094-C574-4288-80FC-5EF60891A847}" dt="2026-07-15T11:04:36.883" v="239" actId="478"/>
          <ac:grpSpMkLst>
            <pc:docMk/>
            <pc:sldMk cId="0" sldId="257"/>
            <ac:grpSpMk id="2" creationId="{00000000-0000-0000-0000-000000000000}"/>
          </ac:grpSpMkLst>
        </pc:grpChg>
      </pc:sldChg>
      <pc:sldChg chg="addSp delSp modSp mod">
        <pc:chgData name="madhuri gundlakunta" userId="e8c9167157d2d174" providerId="LiveId" clId="{83E20094-C574-4288-80FC-5EF60891A847}" dt="2026-07-15T10:03:22.724" v="57" actId="14100"/>
        <pc:sldMkLst>
          <pc:docMk/>
          <pc:sldMk cId="0" sldId="258"/>
        </pc:sldMkLst>
        <pc:spChg chg="del">
          <ac:chgData name="madhuri gundlakunta" userId="e8c9167157d2d174" providerId="LiveId" clId="{83E20094-C574-4288-80FC-5EF60891A847}" dt="2026-07-15T10:02:27.480" v="3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02:24.659" v="38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01:57.559" v="2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03:08.479" v="53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dhuri gundlakunta" userId="e8c9167157d2d174" providerId="LiveId" clId="{83E20094-C574-4288-80FC-5EF60891A847}" dt="2026-07-15T10:02:47.428" v="42" actId="1076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02:52.998" v="45" actId="478"/>
          <ac:spMkLst>
            <pc:docMk/>
            <pc:sldMk cId="0" sldId="258"/>
            <ac:spMk id="10" creationId="{00000000-0000-0000-0000-000000000000}"/>
          </ac:spMkLst>
        </pc:spChg>
        <pc:grpChg chg="del">
          <ac:chgData name="madhuri gundlakunta" userId="e8c9167157d2d174" providerId="LiveId" clId="{83E20094-C574-4288-80FC-5EF60891A847}" dt="2026-07-15T10:03:03.450" v="50" actId="478"/>
          <ac:grpSpMkLst>
            <pc:docMk/>
            <pc:sldMk cId="0" sldId="258"/>
            <ac:grpSpMk id="2" creationId="{00000000-0000-0000-0000-000000000000}"/>
          </ac:grpSpMkLst>
        </pc:grpChg>
        <pc:picChg chg="add mod">
          <ac:chgData name="madhuri gundlakunta" userId="e8c9167157d2d174" providerId="LiveId" clId="{83E20094-C574-4288-80FC-5EF60891A847}" dt="2026-07-15T10:03:22.724" v="57" actId="14100"/>
          <ac:picMkLst>
            <pc:docMk/>
            <pc:sldMk cId="0" sldId="258"/>
            <ac:picMk id="12" creationId="{1CC0E1B1-3BB8-4597-E572-082F74458A21}"/>
          </ac:picMkLst>
        </pc:picChg>
      </pc:sldChg>
      <pc:sldChg chg="addSp delSp modSp mod">
        <pc:chgData name="madhuri gundlakunta" userId="e8c9167157d2d174" providerId="LiveId" clId="{83E20094-C574-4288-80FC-5EF60891A847}" dt="2026-07-15T13:22:43.214" v="246" actId="1036"/>
        <pc:sldMkLst>
          <pc:docMk/>
          <pc:sldMk cId="0" sldId="259"/>
        </pc:sldMkLst>
        <pc:spChg chg="del">
          <ac:chgData name="madhuri gundlakunta" userId="e8c9167157d2d174" providerId="LiveId" clId="{83E20094-C574-4288-80FC-5EF60891A847}" dt="2026-07-15T10:03:31.801" v="58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03:33.588" v="59" actId="478"/>
          <ac:spMkLst>
            <pc:docMk/>
            <pc:sldMk cId="0" sldId="259"/>
            <ac:spMk id="6" creationId="{00000000-0000-0000-0000-000000000000}"/>
          </ac:spMkLst>
        </pc:spChg>
        <pc:spChg chg="add del mod">
          <ac:chgData name="madhuri gundlakunta" userId="e8c9167157d2d174" providerId="LiveId" clId="{83E20094-C574-4288-80FC-5EF60891A847}" dt="2026-07-15T10:26:07.709" v="117" actId="1076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39:35.850" v="127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03:40.950" v="62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39:35.841" v="125" actId="478"/>
          <ac:spMkLst>
            <pc:docMk/>
            <pc:sldMk cId="0" sldId="259"/>
            <ac:spMk id="10" creationId="{00000000-0000-0000-0000-000000000000}"/>
          </ac:spMkLst>
        </pc:spChg>
        <pc:grpChg chg="del">
          <ac:chgData name="madhuri gundlakunta" userId="e8c9167157d2d174" providerId="LiveId" clId="{83E20094-C574-4288-80FC-5EF60891A847}" dt="2026-07-15T10:39:37.632" v="128" actId="478"/>
          <ac:grpSpMkLst>
            <pc:docMk/>
            <pc:sldMk cId="0" sldId="259"/>
            <ac:grpSpMk id="2" creationId="{00000000-0000-0000-0000-000000000000}"/>
          </ac:grpSpMkLst>
        </pc:grpChg>
        <pc:picChg chg="add mod">
          <ac:chgData name="madhuri gundlakunta" userId="e8c9167157d2d174" providerId="LiveId" clId="{83E20094-C574-4288-80FC-5EF60891A847}" dt="2026-07-15T13:22:43.214" v="246" actId="1036"/>
          <ac:picMkLst>
            <pc:docMk/>
            <pc:sldMk cId="0" sldId="259"/>
            <ac:picMk id="12" creationId="{03342369-FF2B-BF68-722B-407346D249FE}"/>
          </ac:picMkLst>
        </pc:picChg>
      </pc:sldChg>
      <pc:sldChg chg="addSp delSp modSp mod">
        <pc:chgData name="madhuri gundlakunta" userId="e8c9167157d2d174" providerId="LiveId" clId="{83E20094-C574-4288-80FC-5EF60891A847}" dt="2026-07-15T11:03:32.143" v="221" actId="14100"/>
        <pc:sldMkLst>
          <pc:docMk/>
          <pc:sldMk cId="0" sldId="261"/>
        </pc:sldMkLst>
        <pc:spChg chg="del">
          <ac:chgData name="madhuri gundlakunta" userId="e8c9167157d2d174" providerId="LiveId" clId="{83E20094-C574-4288-80FC-5EF60891A847}" dt="2026-07-15T10:40:49.336" v="169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0:37.547" v="165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0:38.974" v="166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0:49.339" v="171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0:30.533" v="163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0:40.957" v="167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0:50.959" v="172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madhuri gundlakunta" userId="e8c9167157d2d174" providerId="LiveId" clId="{83E20094-C574-4288-80FC-5EF60891A847}" dt="2026-07-15T10:40:57.159" v="175" actId="478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0:41:13.391" v="179" actId="478"/>
          <ac:spMkLst>
            <pc:docMk/>
            <pc:sldMk cId="0" sldId="261"/>
            <ac:spMk id="19" creationId="{00000000-0000-0000-0000-000000000000}"/>
          </ac:spMkLst>
        </pc:spChg>
        <pc:spChg chg="add del mod">
          <ac:chgData name="madhuri gundlakunta" userId="e8c9167157d2d174" providerId="LiveId" clId="{83E20094-C574-4288-80FC-5EF60891A847}" dt="2026-07-15T10:41:57.325" v="217"/>
          <ac:spMkLst>
            <pc:docMk/>
            <pc:sldMk cId="0" sldId="261"/>
            <ac:spMk id="20" creationId="{73325E84-48A7-AC82-479D-E856E6A5BBFD}"/>
          </ac:spMkLst>
        </pc:spChg>
        <pc:spChg chg="add mod">
          <ac:chgData name="madhuri gundlakunta" userId="e8c9167157d2d174" providerId="LiveId" clId="{83E20094-C574-4288-80FC-5EF60891A847}" dt="2026-07-15T10:41:56.502" v="215" actId="1076"/>
          <ac:spMkLst>
            <pc:docMk/>
            <pc:sldMk cId="0" sldId="261"/>
            <ac:spMk id="22" creationId="{8E986932-3A4D-21A0-7182-46E7C8A542A3}"/>
          </ac:spMkLst>
        </pc:spChg>
        <pc:grpChg chg="del">
          <ac:chgData name="madhuri gundlakunta" userId="e8c9167157d2d174" providerId="LiveId" clId="{83E20094-C574-4288-80FC-5EF60891A847}" dt="2026-07-15T10:41:13.391" v="179" actId="478"/>
          <ac:grpSpMkLst>
            <pc:docMk/>
            <pc:sldMk cId="0" sldId="261"/>
            <ac:grpSpMk id="2" creationId="{00000000-0000-0000-0000-000000000000}"/>
          </ac:grpSpMkLst>
        </pc:grpChg>
        <pc:picChg chg="add mod">
          <ac:chgData name="madhuri gundlakunta" userId="e8c9167157d2d174" providerId="LiveId" clId="{83E20094-C574-4288-80FC-5EF60891A847}" dt="2026-07-15T11:03:32.143" v="221" actId="14100"/>
          <ac:picMkLst>
            <pc:docMk/>
            <pc:sldMk cId="0" sldId="261"/>
            <ac:picMk id="24" creationId="{C63D6E69-5F61-1331-0BD2-86DB6CE13572}"/>
          </ac:picMkLst>
        </pc:picChg>
      </pc:sldChg>
      <pc:sldChg chg="del">
        <pc:chgData name="madhuri gundlakunta" userId="e8c9167157d2d174" providerId="LiveId" clId="{83E20094-C574-4288-80FC-5EF60891A847}" dt="2026-07-15T11:03:43.036" v="222" actId="2696"/>
        <pc:sldMkLst>
          <pc:docMk/>
          <pc:sldMk cId="0" sldId="262"/>
        </pc:sldMkLst>
      </pc:sldChg>
      <pc:sldChg chg="del">
        <pc:chgData name="madhuri gundlakunta" userId="e8c9167157d2d174" providerId="LiveId" clId="{83E20094-C574-4288-80FC-5EF60891A847}" dt="2026-07-15T11:03:46.684" v="223" actId="2696"/>
        <pc:sldMkLst>
          <pc:docMk/>
          <pc:sldMk cId="0" sldId="263"/>
        </pc:sldMkLst>
      </pc:sldChg>
      <pc:sldChg chg="del">
        <pc:chgData name="madhuri gundlakunta" userId="e8c9167157d2d174" providerId="LiveId" clId="{83E20094-C574-4288-80FC-5EF60891A847}" dt="2026-07-15T11:03:49.899" v="224" actId="2696"/>
        <pc:sldMkLst>
          <pc:docMk/>
          <pc:sldMk cId="0" sldId="264"/>
        </pc:sldMkLst>
      </pc:sldChg>
      <pc:sldChg chg="delSp modSp mod">
        <pc:chgData name="madhuri gundlakunta" userId="e8c9167157d2d174" providerId="LiveId" clId="{83E20094-C574-4288-80FC-5EF60891A847}" dt="2026-07-15T11:04:24.824" v="238" actId="478"/>
        <pc:sldMkLst>
          <pc:docMk/>
          <pc:sldMk cId="0" sldId="265"/>
        </pc:sldMkLst>
        <pc:spChg chg="del">
          <ac:chgData name="madhuri gundlakunta" userId="e8c9167157d2d174" providerId="LiveId" clId="{83E20094-C574-4288-80FC-5EF60891A847}" dt="2026-07-15T11:04:17.682" v="234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madhuri gundlakunta" userId="e8c9167157d2d174" providerId="LiveId" clId="{83E20094-C574-4288-80FC-5EF60891A847}" dt="2026-07-15T11:04:15.458" v="233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1:04:04.672" v="228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1:04:24.824" v="238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1:04:00.148" v="226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1:04:09.315" v="230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madhuri gundlakunta" userId="e8c9167157d2d174" providerId="LiveId" clId="{83E20094-C574-4288-80FC-5EF60891A847}" dt="2026-07-15T11:04:13.308" v="232" actId="478"/>
          <ac:spMkLst>
            <pc:docMk/>
            <pc:sldMk cId="0" sldId="265"/>
            <ac:spMk id="13" creationId="{00000000-0000-0000-0000-000000000000}"/>
          </ac:spMkLst>
        </pc:spChg>
        <pc:grpChg chg="del">
          <ac:chgData name="madhuri gundlakunta" userId="e8c9167157d2d174" providerId="LiveId" clId="{83E20094-C574-4288-80FC-5EF60891A847}" dt="2026-07-15T11:04:19.727" v="235" actId="478"/>
          <ac:grpSpMkLst>
            <pc:docMk/>
            <pc:sldMk cId="0" sldId="265"/>
            <ac:grpSpMk id="3" creationId="{00000000-0000-0000-0000-000000000000}"/>
          </ac:grpSpMkLst>
        </pc:grpChg>
      </pc:sldChg>
      <pc:sldChg chg="modSp mod">
        <pc:chgData name="madhuri gundlakunta" userId="e8c9167157d2d174" providerId="LiveId" clId="{83E20094-C574-4288-80FC-5EF60891A847}" dt="2026-07-14T03:54:07.909" v="0" actId="14100"/>
        <pc:sldMkLst>
          <pc:docMk/>
          <pc:sldMk cId="2022259690" sldId="266"/>
        </pc:sldMkLst>
        <pc:spChg chg="mod">
          <ac:chgData name="madhuri gundlakunta" userId="e8c9167157d2d174" providerId="LiveId" clId="{83E20094-C574-4288-80FC-5EF60891A847}" dt="2026-07-14T03:54:07.909" v="0" actId="14100"/>
          <ac:spMkLst>
            <pc:docMk/>
            <pc:sldMk cId="2022259690" sldId="266"/>
            <ac:spMk id="3" creationId="{3819E01D-95B7-2BE8-1D74-D192D49ED7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48200" y="126571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954581" y="4654350"/>
            <a:ext cx="14378835" cy="145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54"/>
              </a:lnSpc>
              <a:spcBef>
                <a:spcPct val="0"/>
              </a:spcBef>
            </a:pPr>
            <a:r>
              <a:rPr lang="en-US" sz="10752" dirty="0">
                <a:solidFill>
                  <a:srgbClr val="FFFFFF">
                    <a:alpha val="24706"/>
                  </a:srgbClr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Analytics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6000" y="2552700"/>
            <a:ext cx="14378835" cy="177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Urban Pulse – Smart city Mobility intelligence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77384" y="6219835"/>
            <a:ext cx="11509672" cy="3505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4000" spc="127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Presented By:</a:t>
            </a:r>
          </a:p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4000" spc="127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Gundlakunta Madhuri Reddy</a:t>
            </a:r>
          </a:p>
          <a:p>
            <a:pPr algn="ctr">
              <a:lnSpc>
                <a:spcPct val="200000"/>
              </a:lnSpc>
              <a:spcBef>
                <a:spcPct val="0"/>
              </a:spcBef>
            </a:pPr>
            <a:endParaRPr lang="en-US" sz="4000" spc="1271" dirty="0">
              <a:solidFill>
                <a:srgbClr val="FFFFFF"/>
              </a:solidFill>
              <a:latin typeface="Times New Roman" panose="02020603050405020304" pitchFamily="18" charset="0"/>
              <a:ea typeface="Mokoto"/>
              <a:cs typeface="Times New Roman" panose="02020603050405020304" pitchFamily="18" charset="0"/>
              <a:sym typeface="Mok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91713" y="1536361"/>
            <a:ext cx="17100442" cy="87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 Pulse is a Smart City Mobility Intelligence Platform that aims to </a:t>
            </a:r>
            <a:r>
              <a:rPr lang="en-IN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transportation-related data from multiple sources.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build an interactive dashboard that helps understand city mobility patterns and supports data-driven decision making.</a:t>
            </a:r>
          </a:p>
          <a:p>
            <a:pPr>
              <a:lnSpc>
                <a:spcPct val="150000"/>
              </a:lnSpc>
            </a:pP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from different sources.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data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dashboard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 insights for better decision-making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Mokoto"/>
              <a:cs typeface="Times New Roman" panose="02020603050405020304" pitchFamily="18" charset="0"/>
              <a:sym typeface="Mok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5400" y="2001124"/>
            <a:ext cx="14020400" cy="157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  <a:spcBef>
                <a:spcPct val="0"/>
              </a:spcBef>
            </a:pPr>
            <a:endParaRPr lang="en-US" sz="148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77051-3472-B59F-AB24-54E9E74828D4}"/>
              </a:ext>
            </a:extLst>
          </p:cNvPr>
          <p:cNvSpPr txBox="1"/>
          <p:nvPr/>
        </p:nvSpPr>
        <p:spPr>
          <a:xfrm>
            <a:off x="-457200" y="485056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8"/>
              </a:lnSpc>
              <a:spcBef>
                <a:spcPct val="0"/>
              </a:spcBef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Mokoto"/>
              <a:cs typeface="Times New Roman" panose="02020603050405020304" pitchFamily="18" charset="0"/>
              <a:sym typeface="Mok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948664" y="3500528"/>
            <a:ext cx="4264958" cy="5126236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6" y="0"/>
                </a:lnTo>
                <a:lnTo>
                  <a:pt x="4268756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>
            <a:off x="7148942" y="3516505"/>
            <a:ext cx="4268757" cy="5126236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7" y="0"/>
                </a:lnTo>
                <a:lnTo>
                  <a:pt x="4268757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293999" y="3516505"/>
            <a:ext cx="4698601" cy="5126236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7" y="0"/>
                </a:lnTo>
                <a:lnTo>
                  <a:pt x="4268757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11056" y="4152900"/>
            <a:ext cx="3608744" cy="4014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Data vs Information</a:t>
            </a:r>
          </a:p>
          <a:p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Types of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Structured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Unstructured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Semi Structured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algn="ctr">
              <a:lnSpc>
                <a:spcPts val="2085"/>
              </a:lnSpc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algn="ctr">
              <a:lnSpc>
                <a:spcPts val="2085"/>
              </a:lnSpc>
              <a:spcBef>
                <a:spcPct val="0"/>
              </a:spcBef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52314" y="4233922"/>
            <a:ext cx="3725286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Used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Data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Data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Data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Ride-Hailing Data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Data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725400" y="3924300"/>
            <a:ext cx="42672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in Power 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datasets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data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unnecessary rows</a:t>
            </a:r>
          </a:p>
          <a:p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ADE871-3F99-578E-5BB9-BE07D593B3FF}"/>
              </a:ext>
            </a:extLst>
          </p:cNvPr>
          <p:cNvSpPr txBox="1"/>
          <p:nvPr/>
        </p:nvSpPr>
        <p:spPr>
          <a:xfrm>
            <a:off x="533400" y="1409700"/>
            <a:ext cx="95495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8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Learning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38436-2C83-26F4-D3DD-8556B8A3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1DA69F5-D939-6E9F-A725-4BCCA89183B3}"/>
              </a:ext>
            </a:extLst>
          </p:cNvPr>
          <p:cNvSpPr/>
          <p:nvPr/>
        </p:nvSpPr>
        <p:spPr>
          <a:xfrm>
            <a:off x="246440" y="3483814"/>
            <a:ext cx="3868360" cy="4402886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6" y="0"/>
                </a:lnTo>
                <a:lnTo>
                  <a:pt x="4268756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18E5494-06FF-3D1E-2248-9D1EAE267D55}"/>
              </a:ext>
            </a:extLst>
          </p:cNvPr>
          <p:cNvSpPr/>
          <p:nvPr/>
        </p:nvSpPr>
        <p:spPr>
          <a:xfrm>
            <a:off x="4569974" y="3483814"/>
            <a:ext cx="4010421" cy="4572000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7" y="0"/>
                </a:lnTo>
                <a:lnTo>
                  <a:pt x="4268757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0C0FB09-C7BD-F822-4B59-ABC88CB6FB07}"/>
              </a:ext>
            </a:extLst>
          </p:cNvPr>
          <p:cNvSpPr/>
          <p:nvPr/>
        </p:nvSpPr>
        <p:spPr>
          <a:xfrm>
            <a:off x="9019425" y="3384934"/>
            <a:ext cx="4010421" cy="4806566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7" y="0"/>
                </a:lnTo>
                <a:lnTo>
                  <a:pt x="4268757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781BBF5-7FDD-6875-507D-116244D76FD3}"/>
              </a:ext>
            </a:extLst>
          </p:cNvPr>
          <p:cNvSpPr txBox="1"/>
          <p:nvPr/>
        </p:nvSpPr>
        <p:spPr>
          <a:xfrm>
            <a:off x="677334" y="4013924"/>
            <a:ext cx="3437466" cy="2760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 Chart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 Chart</a:t>
            </a:r>
          </a:p>
          <a:p>
            <a:pPr algn="ctr">
              <a:lnSpc>
                <a:spcPts val="2085"/>
              </a:lnSpc>
              <a:spcBef>
                <a:spcPct val="0"/>
              </a:spcBef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E51C69-CFB3-A676-D4B0-FF382313AF08}"/>
              </a:ext>
            </a:extLst>
          </p:cNvPr>
          <p:cNvSpPr txBox="1"/>
          <p:nvPr/>
        </p:nvSpPr>
        <p:spPr>
          <a:xfrm>
            <a:off x="5197084" y="3978282"/>
            <a:ext cx="3496686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Chart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Stacked Column Chart</a:t>
            </a:r>
          </a:p>
          <a:p>
            <a:pPr>
              <a:spcBef>
                <a:spcPct val="0"/>
              </a:spcBef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862A877-29FA-A805-7B6F-FDFA9880EBEA}"/>
              </a:ext>
            </a:extLst>
          </p:cNvPr>
          <p:cNvSpPr txBox="1"/>
          <p:nvPr/>
        </p:nvSpPr>
        <p:spPr>
          <a:xfrm>
            <a:off x="9677400" y="3972970"/>
            <a:ext cx="3200400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Bar Chart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Stacked Bar Chart</a:t>
            </a:r>
          </a:p>
          <a:p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482AE-2D05-85BE-B0CC-06444881C408}"/>
              </a:ext>
            </a:extLst>
          </p:cNvPr>
          <p:cNvSpPr txBox="1"/>
          <p:nvPr/>
        </p:nvSpPr>
        <p:spPr>
          <a:xfrm>
            <a:off x="-1694240" y="552847"/>
            <a:ext cx="12192000" cy="181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8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Learning Process</a:t>
            </a:r>
          </a:p>
          <a:p>
            <a:pPr algn="ctr">
              <a:lnSpc>
                <a:spcPts val="7198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Data Visualization Techniques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3819E01D-95B7-2BE8-1D74-D192D49ED78B}"/>
              </a:ext>
            </a:extLst>
          </p:cNvPr>
          <p:cNvSpPr/>
          <p:nvPr/>
        </p:nvSpPr>
        <p:spPr>
          <a:xfrm>
            <a:off x="13389914" y="3568371"/>
            <a:ext cx="3678886" cy="4487444"/>
          </a:xfrm>
          <a:custGeom>
            <a:avLst/>
            <a:gdLst/>
            <a:ahLst/>
            <a:cxnLst/>
            <a:rect l="l" t="t" r="r" b="b"/>
            <a:pathLst>
              <a:path w="4268757" h="5126236">
                <a:moveTo>
                  <a:pt x="0" y="0"/>
                </a:moveTo>
                <a:lnTo>
                  <a:pt x="4268756" y="0"/>
                </a:lnTo>
                <a:lnTo>
                  <a:pt x="4268756" y="5126236"/>
                </a:lnTo>
                <a:lnTo>
                  <a:pt x="0" y="5126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CEC73-AF48-7062-8482-6F69413652B7}"/>
              </a:ext>
            </a:extLst>
          </p:cNvPr>
          <p:cNvSpPr txBox="1"/>
          <p:nvPr/>
        </p:nvSpPr>
        <p:spPr>
          <a:xfrm>
            <a:off x="13868400" y="4533900"/>
            <a:ext cx="2819400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Donut chart</a:t>
            </a:r>
          </a:p>
        </p:txBody>
      </p:sp>
    </p:spTree>
    <p:extLst>
      <p:ext uri="{BB962C8B-B14F-4D97-AF65-F5344CB8AC3E}">
        <p14:creationId xmlns:p14="http://schemas.microsoft.com/office/powerpoint/2010/main" val="2022259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28600" y="190500"/>
            <a:ext cx="14156765" cy="789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1"/>
              </a:lnSpc>
            </a:pPr>
            <a:r>
              <a:rPr lang="en-US" sz="5141" b="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Geographic Data Visualization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C0E1B1-3BB8-4597-E572-082F7445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22521"/>
            <a:ext cx="15929764" cy="84405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52400" y="266700"/>
            <a:ext cx="11388333" cy="789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1"/>
              </a:lnSpc>
            </a:pPr>
            <a:r>
              <a:rPr lang="en-US" sz="5141" b="1" dirty="0">
                <a:solidFill>
                  <a:srgbClr val="FFFFFF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Transportation Data Visualization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342369-FF2B-BF68-722B-407346D2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13045"/>
            <a:ext cx="16859065" cy="7945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E986932-3A4D-21A0-7182-46E7C8A542A3}"/>
              </a:ext>
            </a:extLst>
          </p:cNvPr>
          <p:cNvSpPr txBox="1"/>
          <p:nvPr/>
        </p:nvSpPr>
        <p:spPr>
          <a:xfrm>
            <a:off x="228600" y="18157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Visualization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3D6E69-5F61-1331-0BD2-86DB6CE1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35624"/>
            <a:ext cx="14935200" cy="7970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25EC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33225" y="321128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76126" y="4207623"/>
            <a:ext cx="14378835" cy="18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54"/>
              </a:lnSpc>
              <a:spcBef>
                <a:spcPct val="0"/>
              </a:spcBef>
            </a:pPr>
            <a:r>
              <a:rPr lang="en-US" sz="10752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THANKYOU!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319930" y="-2171027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186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Poppins</vt:lpstr>
      <vt:lpstr>Arial</vt:lpstr>
      <vt:lpstr>Wingdings</vt:lpstr>
      <vt:lpstr>Calibri</vt:lpstr>
      <vt:lpstr>Mokoto</vt:lpstr>
      <vt:lpstr>Times New Roman</vt:lpstr>
      <vt:lpstr>Mokoto Glitch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Technology Presentation</dc:title>
  <dc:creator>madhuri gundlakunta</dc:creator>
  <cp:lastModifiedBy>madhuri gundlakunta</cp:lastModifiedBy>
  <cp:revision>2</cp:revision>
  <dcterms:created xsi:type="dcterms:W3CDTF">2006-08-16T00:00:00Z</dcterms:created>
  <dcterms:modified xsi:type="dcterms:W3CDTF">2026-07-15T13:22:53Z</dcterms:modified>
  <dc:identifier>DAHPUmi4mgY</dc:identifier>
</cp:coreProperties>
</file>